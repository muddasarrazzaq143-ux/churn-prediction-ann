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  <p:embeddedFont>
      <p:font typeface="Alfa Slab On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MavenPro-bold.fntdata"/><Relationship Id="rId10" Type="http://schemas.openxmlformats.org/officeDocument/2006/relationships/slide" Target="slides/slide5.xml"/><Relationship Id="rId21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AlfaSlabOn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9306ac751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9306ac75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4546120"/>
            <a:ext cx="1691422" cy="2310006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5118675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2151750"/>
            <a:ext cx="4255500" cy="24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4795067"/>
            <a:ext cx="42555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4541"/>
            <a:ext cx="1233215" cy="1846001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3871914"/>
            <a:ext cx="2186148" cy="2985925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2151767"/>
            <a:ext cx="5857800" cy="24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399168"/>
            <a:ext cx="999312" cy="1332416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798100"/>
            <a:ext cx="70305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2653400"/>
            <a:ext cx="7030500" cy="33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399168"/>
            <a:ext cx="999312" cy="1332416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798100"/>
            <a:ext cx="70305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2653400"/>
            <a:ext cx="3430500" cy="33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2653400"/>
            <a:ext cx="3430500" cy="33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399168"/>
            <a:ext cx="999312" cy="1332416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798100"/>
            <a:ext cx="70305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399168"/>
            <a:ext cx="999312" cy="1332416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798100"/>
            <a:ext cx="3312000" cy="21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3079567"/>
            <a:ext cx="3312000" cy="29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742"/>
            <a:ext cx="2267451" cy="3468833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1018133"/>
            <a:ext cx="5857800" cy="47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399168"/>
            <a:ext cx="999312" cy="1332416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798100"/>
            <a:ext cx="3430500" cy="2653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3657604"/>
            <a:ext cx="3430500" cy="968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881333"/>
            <a:ext cx="3430500" cy="5160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5129497"/>
            <a:ext cx="825392" cy="1100560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5518633"/>
            <a:ext cx="5843100" cy="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5465463"/>
            <a:ext cx="9144036" cy="1392365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1030300"/>
            <a:ext cx="6366900" cy="24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3616400"/>
            <a:ext cx="6366900" cy="1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" name="Google Shape;275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76" name="Google Shape;276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ctrTitle"/>
          </p:nvPr>
        </p:nvSpPr>
        <p:spPr>
          <a:xfrm>
            <a:off x="824000" y="2151750"/>
            <a:ext cx="4255500" cy="24972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Churn Prediction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(Neural Network From Scratch)</a:t>
            </a:r>
            <a:endParaRPr/>
          </a:p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824000" y="4795067"/>
            <a:ext cx="4255500" cy="9273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  <a:latin typeface="Alfa Slab One"/>
                <a:ea typeface="Alfa Slab One"/>
                <a:cs typeface="Alfa Slab One"/>
                <a:sym typeface="Alfa Slab One"/>
              </a:rPr>
              <a:t>By Muddasar Razzaq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457200" y="16315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Predict customer churn (Exit or Stay)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Manual preprocessing, encoding, scaling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Forward pass, backpropagation, gradient descent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Evaluate on test dataset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Description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- 10,000 customer records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Features: CreditScore, Geography, Gender, Age,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Tenure, Balance, Products, Credit Card, Activity, Salary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Target: Exited (1 = churn, 0 = stay)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Imbalanced (approx. 20% churn)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Drop ID-like columns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Encode Gender manually (0/1)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One-hot encode Geography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Standardize numerical features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Manual train-test split (80/20)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 Architecture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Architecture: Input → 16 → 8 → Output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Hidden Layers: ReLU activation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Output Layer: Softmax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Loss: Categorical Cross-Entropy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Optimization: Gradient Descent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 &amp; Backpropagation</a:t>
            </a:r>
            <a:endParaRPr/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 Pass: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Z1 = ReLU(XW1 + b1)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Z2 = Softmax(Z1W2 + b2)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Backpropagation: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Compute gradients for W and b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Update parameters using Gradient Descent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Loss Curve Insights</a:t>
            </a:r>
            <a:endParaRPr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457200" y="1600200"/>
            <a:ext cx="3851700" cy="49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Loss decreases from ~0.70 → ~0.33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Smooth convergence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No overfitting observed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Indicates stable learning</a:t>
            </a:r>
            <a:endParaRPr/>
          </a:p>
        </p:txBody>
      </p:sp>
      <p:pic>
        <p:nvPicPr>
          <p:cNvPr id="321" name="Google Shape;321;p20" title="Screenshot 2025-11-24 0537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300" y="1570075"/>
            <a:ext cx="3965575" cy="433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/>
          </a:p>
        </p:txBody>
      </p:sp>
      <p:sp>
        <p:nvSpPr>
          <p:cNvPr id="327" name="Google Shape;3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Accuracy: 86.3%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Accuracy: 85.7%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Interpretation: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Good generalization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Solid baseline for a manually built ANN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22" title="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74650"/>
            <a:ext cx="8229600" cy="658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Insights</a:t>
            </a:r>
            <a:endParaRPr/>
          </a:p>
        </p:txBody>
      </p:sp>
      <p:sp>
        <p:nvSpPr>
          <p:cNvPr id="340" name="Google Shape;340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Older customers have higher churn probability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German customers churn more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Active members churn less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High balance customers usually stay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346" name="Google Shape;346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Complete ML pipeline built manually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Strong performance and clear insights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Demonstrates deep understanding of ANN fundamentals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Ready to extend with tuning or deployment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